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BE0000"/>
                </a:solidFill>
                <a:latin typeface="Aptos Display"/>
              </a:defRPr>
            </a:pPr>
            <a:r>
              <a:t>Linux File Descriptor and</a:t>
            </a:r>
            <a:br/>
            <a:r>
              <a:t>File I/O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80906" y="3154680"/>
            <a:ext cx="6199711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05AA0"/>
                </a:solidFill>
                <a:latin typeface="Aptos"/>
              </a:defRPr>
            </a:pPr>
            <a:r>
              <a:rPr dirty="0"/>
              <a:t>2520030112 – Tanya     |     2520030</a:t>
            </a:r>
            <a:r>
              <a:rPr lang="en-US" dirty="0"/>
              <a:t>253</a:t>
            </a:r>
            <a:r>
              <a:rPr dirty="0"/>
              <a:t>– </a:t>
            </a:r>
            <a:r>
              <a:rPr lang="en-US" dirty="0"/>
              <a:t>K . Bhavana</a:t>
            </a:r>
          </a:p>
          <a:p>
            <a:pPr algn="ctr">
              <a:defRPr sz="2100" b="1">
                <a:solidFill>
                  <a:srgbClr val="005AA0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1.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Project review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64008" cy="448056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344168"/>
            <a:ext cx="48280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PROJECT &amp; RESEARCH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1. Abstract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2. Introduction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3. Literature Survey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4. Problem Statement &amp; Research Gap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5. Objectives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6. Proposed System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7. Proposed Methodology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64008" cy="448056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1344168"/>
            <a:ext cx="48280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DESIGN &amp; IMPLEMENTATION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8. System Architecture &amp; Flow Charts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9. File Descriptor Concept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10. System Calls and File Flags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11. Implementation &amp; Results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12. Testing &amp; Tools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13. Viva Questions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14. Conclusion &amp; 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2.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Project idea, technical concepts, solution, and expected outcome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64008" cy="196596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487375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PROJECT IDEA</a:t>
            </a:r>
          </a:p>
          <a:p>
            <a:pPr>
              <a:spcBef>
                <a:spcPts val="3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This project is a menu-driven C application developed on Linux to demonstrate how a process performs file operations through file descriptors and low-level system calls.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234440"/>
            <a:ext cx="64008" cy="196596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344168"/>
            <a:ext cx="487375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WHAT IT PROVIDES</a:t>
            </a:r>
          </a:p>
          <a:p>
            <a:pPr>
              <a:spcBef>
                <a:spcPts val="3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The user can create/open files, write, read, append, change the file position, duplicate a descriptor, view metadata, and delete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566160"/>
            <a:ext cx="10744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64008" cy="182880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675887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EXPECTED OUTCOME</a:t>
            </a:r>
          </a:p>
          <a:p>
            <a:pPr>
              <a:spcBef>
                <a:spcPts val="3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The application gives practical understanding of the relationship between a user program, Linux system calls, the kernel, file descriptors, file offsets, and the filesystem. It also checks errors and displays useful results in the terminal.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3.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Why file descriptors and low-level I/O matter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64008" cy="192024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48737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FILE I/O</a:t>
            </a:r>
          </a:p>
          <a:p>
            <a:pPr>
              <a:spcBef>
                <a:spcPts val="3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Programs need to create, access, modify, and remove files. Linux provides these services through system calls instead of allowing a user program to directly control the filesystem.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234440"/>
            <a:ext cx="64008" cy="19202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344168"/>
            <a:ext cx="48737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FILE DESCRIPTOR</a:t>
            </a:r>
          </a:p>
          <a:p>
            <a:pPr>
              <a:spcBef>
                <a:spcPts val="3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After opening a file, Linux gives the process a small integer. This FD is used by later operations to identify the open 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52044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3520440"/>
            <a:ext cx="64008" cy="192024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630168"/>
            <a:ext cx="48737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FILE OFFSET</a:t>
            </a:r>
          </a:p>
          <a:p>
            <a:pPr>
              <a:spcBef>
                <a:spcPts val="3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An open file has a current position. read() and write() use that position, while lseek() allows the program to change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52044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3520440"/>
            <a:ext cx="64008" cy="19202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3630168"/>
            <a:ext cx="48737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PROJECT PURPOSE</a:t>
            </a:r>
          </a:p>
          <a:p>
            <a:pPr>
              <a:spcBef>
                <a:spcPts val="3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We make these relationships visible through one interactive application instead of treating each concept only as theory.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4. 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What we studied before designing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64008" cy="169164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298448"/>
            <a:ext cx="49194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POSIX / UNIX I/O</a:t>
            </a:r>
          </a:p>
          <a:p>
            <a:pPr>
              <a:spcBef>
                <a:spcPts val="300"/>
              </a:spcBef>
              <a:defRPr sz="1450">
                <a:solidFill>
                  <a:srgbClr val="232323"/>
                </a:solidFill>
                <a:latin typeface="Aptos"/>
              </a:defRPr>
            </a:pPr>
            <a:r>
              <a:t>Unix-like systems expose file operations through system calls. These calls provide controlled access to operating-system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64008" cy="16916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1298448"/>
            <a:ext cx="49194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FILE DESCRIPTORS</a:t>
            </a:r>
          </a:p>
          <a:p>
            <a:pPr>
              <a:spcBef>
                <a:spcPts val="300"/>
              </a:spcBef>
              <a:defRPr sz="1450">
                <a:solidFill>
                  <a:srgbClr val="232323"/>
                </a:solidFill>
                <a:latin typeface="Aptos"/>
              </a:defRPr>
            </a:pPr>
            <a:r>
              <a:t>Processes use integer descriptors as handles for open files and other I/O resources.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00400"/>
            <a:ext cx="53035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64008" cy="169164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3310128"/>
            <a:ext cx="49194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LOW-LEVEL OPERATIONS</a:t>
            </a:r>
          </a:p>
          <a:p>
            <a:pPr>
              <a:spcBef>
                <a:spcPts val="300"/>
              </a:spcBef>
              <a:defRPr sz="1450">
                <a:solidFill>
                  <a:srgbClr val="232323"/>
                </a:solidFill>
                <a:latin typeface="Aptos"/>
              </a:defRPr>
            </a:pPr>
            <a:r>
              <a:t>open(), read(), write(), close(), and lseek() form the basic workflow for file access and data transfer.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00400"/>
            <a:ext cx="53035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3200400"/>
            <a:ext cx="64008" cy="16916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3310128"/>
            <a:ext cx="49194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DESCRIPTOR CONTROL</a:t>
            </a:r>
          </a:p>
          <a:p>
            <a:pPr>
              <a:spcBef>
                <a:spcPts val="300"/>
              </a:spcBef>
              <a:defRPr sz="1450">
                <a:solidFill>
                  <a:srgbClr val="232323"/>
                </a:solidFill>
                <a:latin typeface="Aptos"/>
              </a:defRPr>
            </a:pPr>
            <a:r>
              <a:t>dup()/dup2() demonstrate descriptor duplication; stat() provides filesystem metadata.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257800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7280" y="5257800"/>
            <a:ext cx="64008" cy="658368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07592" y="5367528"/>
            <a:ext cx="9582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LITERATURE CONCLUSION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The concepts are established individually; our project integrates them into one practical demonstration.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5. Problem Identification &amp;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Direct answer to the faculty's literature-survey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64008" cy="123444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298448"/>
            <a:ext cx="1031443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WHAT WE OBSERVED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File descriptors, offsets, system calls, and file metadata are often introduced as separate concepts.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64008" cy="12344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852928"/>
            <a:ext cx="1031443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PROBLEM / GAP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Knowing what each call does does not automatically show how the calls cooperate during a complete file-I/O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698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64008" cy="132588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4407408"/>
            <a:ext cx="1031443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HOW WE DEFINED THE PROBLEM</a:t>
            </a:r>
          </a:p>
          <a:p>
            <a:pPr>
              <a:spcBef>
                <a:spcPts val="3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We converted that learning gap into a practical requirement: build one simple Linux program where the user can execute and observe these related operations.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6.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What the project is designed to achieve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64008" cy="429768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4873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FUNCTIONAL OBJECTIVES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Create and open files.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Write new content.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Read existing content.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Append without removing old content.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Change file position using lseek().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Duplicate a file descriptor using dup().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234440"/>
            <a:ext cx="64008" cy="429768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344168"/>
            <a:ext cx="4873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INFORMATION &amp; SAFETY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Display size, inode, links and permissions using stat().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Delete files using unlink().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Check system-call return values.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Show errors using perror().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Return to the menu after each operation.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7.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Our solution to the identified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69164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44168"/>
            <a:ext cx="487375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INPUT LAYER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The user selects an operation and provides required data such as filename, text, or file position.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64008" cy="16916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1344168"/>
            <a:ext cx="487375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APPLICATION LAYER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The menu calls a dedicated C function for the selected operation.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246120"/>
            <a:ext cx="64008" cy="169164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3355848"/>
            <a:ext cx="487375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SYSTEM-CALL LAYER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The C function invokes open(), read(), write(), lseek(), dup(), stat(), unlink(), or close().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461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3246120"/>
            <a:ext cx="64008" cy="16916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3355848"/>
            <a:ext cx="487375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KERNEL / FILESYSTEM LAYER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Linux kernel performs the requested operation and returns a result or error to the program.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257800"/>
            <a:ext cx="10058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1560" y="5257800"/>
            <a:ext cx="64008" cy="68580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61872" y="5367528"/>
            <a:ext cx="9674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DESIGN PRINCIPLE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Keep the user interface simple while exposing the important OS-level operations underneath.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8. 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How the system is designed and tested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15568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115568"/>
            <a:ext cx="64008" cy="98755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225295"/>
            <a:ext cx="48737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1. MENU</a:t>
            </a:r>
          </a:p>
          <a:p>
            <a:pPr>
              <a:spcBef>
                <a:spcPts val="300"/>
              </a:spcBef>
              <a:defRPr sz="1350">
                <a:solidFill>
                  <a:srgbClr val="232323"/>
                </a:solidFill>
                <a:latin typeface="Aptos"/>
              </a:defRPr>
            </a:pPr>
            <a:r>
              <a:t>Show available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15568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115568"/>
            <a:ext cx="64008" cy="987552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225295"/>
            <a:ext cx="48737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2. INPUT</a:t>
            </a:r>
          </a:p>
          <a:p>
            <a:pPr>
              <a:spcBef>
                <a:spcPts val="300"/>
              </a:spcBef>
              <a:defRPr sz="1350">
                <a:solidFill>
                  <a:srgbClr val="232323"/>
                </a:solidFill>
                <a:latin typeface="Aptos"/>
              </a:defRPr>
            </a:pPr>
            <a:r>
              <a:t>Read user's filename/data/position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40864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340864"/>
            <a:ext cx="64008" cy="98755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450592"/>
            <a:ext cx="48737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3. OPEN</a:t>
            </a:r>
          </a:p>
          <a:p>
            <a:pPr>
              <a:spcBef>
                <a:spcPts val="300"/>
              </a:spcBef>
              <a:defRPr sz="1350">
                <a:solidFill>
                  <a:srgbClr val="232323"/>
                </a:solidFill>
                <a:latin typeface="Aptos"/>
              </a:defRPr>
            </a:pPr>
            <a:r>
              <a:t>Obtain an appropriate file descriptor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340864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2340864"/>
            <a:ext cx="64008" cy="987552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450592"/>
            <a:ext cx="48737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4. OPERATE</a:t>
            </a:r>
          </a:p>
          <a:p>
            <a:pPr>
              <a:spcBef>
                <a:spcPts val="300"/>
              </a:spcBef>
              <a:defRPr sz="1350">
                <a:solidFill>
                  <a:srgbClr val="232323"/>
                </a:solidFill>
                <a:latin typeface="Aptos"/>
              </a:defRPr>
            </a:pPr>
            <a:r>
              <a:t>Read, write, append, seek or duplicate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566160"/>
            <a:ext cx="64008" cy="98755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675888"/>
            <a:ext cx="48737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5. INSPECT</a:t>
            </a:r>
          </a:p>
          <a:p>
            <a:pPr>
              <a:spcBef>
                <a:spcPts val="300"/>
              </a:spcBef>
              <a:defRPr sz="1350">
                <a:solidFill>
                  <a:srgbClr val="232323"/>
                </a:solidFill>
                <a:latin typeface="Aptos"/>
              </a:defRPr>
            </a:pPr>
            <a:r>
              <a:t>Get metadata when required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6616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566160"/>
            <a:ext cx="64008" cy="987552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3675888"/>
            <a:ext cx="48737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6. CLOSE</a:t>
            </a:r>
          </a:p>
          <a:p>
            <a:pPr>
              <a:spcBef>
                <a:spcPts val="300"/>
              </a:spcBef>
              <a:defRPr sz="1350">
                <a:solidFill>
                  <a:srgbClr val="232323"/>
                </a:solidFill>
                <a:latin typeface="Aptos"/>
              </a:defRPr>
            </a:pPr>
            <a:r>
              <a:t>Release the descriptor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91456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791456"/>
            <a:ext cx="64008" cy="98755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4901184"/>
            <a:ext cx="48737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7. DELETE</a:t>
            </a:r>
          </a:p>
          <a:p>
            <a:pPr>
              <a:spcBef>
                <a:spcPts val="300"/>
              </a:spcBef>
              <a:defRPr sz="1350">
                <a:solidFill>
                  <a:srgbClr val="232323"/>
                </a:solidFill>
                <a:latin typeface="Aptos"/>
              </a:defRPr>
            </a:pPr>
            <a:r>
              <a:t>Remove file when requested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791456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4791456"/>
            <a:ext cx="64008" cy="987552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4901184"/>
            <a:ext cx="48737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8. CHECK</a:t>
            </a:r>
          </a:p>
          <a:p>
            <a:pPr>
              <a:spcBef>
                <a:spcPts val="300"/>
              </a:spcBef>
              <a:defRPr sz="1350">
                <a:solidFill>
                  <a:srgbClr val="232323"/>
                </a:solidFill>
                <a:latin typeface="Aptos"/>
              </a:defRPr>
            </a:pPr>
            <a:r>
              <a:t>Handle errors and display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9. System Architecture &amp; Flow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Clear end-to-end flow of the proposed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82880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2323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93392" y="2130552"/>
            <a:ext cx="256032" cy="256032"/>
          </a:xfrm>
          <a:prstGeom prst="rightArrow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31720" y="182880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2323"/>
                </a:solidFill>
                <a:latin typeface="Aptos"/>
              </a:defRPr>
            </a:pPr>
            <a:r>
              <a:t>MENU</a:t>
            </a:r>
            <a:br/>
            <a:r>
              <a:t>INTERFACE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05072" y="2130552"/>
            <a:ext cx="256032" cy="256032"/>
          </a:xfrm>
          <a:prstGeom prst="rightArrow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2323"/>
                </a:solidFill>
                <a:latin typeface="Aptos"/>
              </a:defRPr>
            </a:pPr>
            <a:r>
              <a:t>C FUNCTION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16752" y="2130552"/>
            <a:ext cx="256032" cy="256032"/>
          </a:xfrm>
          <a:prstGeom prst="rightArrow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2323"/>
                </a:solidFill>
                <a:latin typeface="Aptos"/>
              </a:defRPr>
            </a:pPr>
            <a:r>
              <a:t>LINUX</a:t>
            </a:r>
            <a:br/>
            <a:r>
              <a:t>SYSTEM CALL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28431" y="2130552"/>
            <a:ext cx="256032" cy="256032"/>
          </a:xfrm>
          <a:prstGeom prst="rightArrow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66760" y="1828800"/>
            <a:ext cx="1417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2323"/>
                </a:solidFill>
                <a:latin typeface="Aptos"/>
              </a:defRPr>
            </a:pPr>
            <a:r>
              <a:t>KERNEL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857232" y="2130552"/>
            <a:ext cx="256032" cy="256032"/>
          </a:xfrm>
          <a:prstGeom prst="rightArrow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4120" y="182880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2323"/>
                </a:solidFill>
                <a:latin typeface="Aptos"/>
              </a:defRPr>
            </a:pPr>
            <a:r>
              <a:t>FILESYSTEM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10607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429000"/>
            <a:ext cx="64008" cy="137160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538728"/>
            <a:ext cx="10222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EXAMPLE: USER CHOOSES WRITE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Menu → write function → open() obtains FD → write() sends bytes to kernel → filesystem updates the file → result returns to the program.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74920"/>
            <a:ext cx="10607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5074920"/>
            <a:ext cx="64008" cy="68580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5184648"/>
            <a:ext cx="10222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ERROR PATH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If a system call fails, the return value is checked → perror() explains the error → program returns safely to the menu.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10. File Descriptor &amp; File Offset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The most important OS concept in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08760"/>
            <a:ext cx="1783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2323"/>
                </a:solidFill>
                <a:latin typeface="Aptos"/>
              </a:defRPr>
            </a:pPr>
            <a:r>
              <a:t>open()</a:t>
            </a:r>
            <a:br/>
            <a:r>
              <a:t>file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40280" y="1828800"/>
            <a:ext cx="320040" cy="256032"/>
          </a:xfrm>
          <a:prstGeom prst="rightArrow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697480" y="1508760"/>
            <a:ext cx="1783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2323"/>
                </a:solidFill>
                <a:latin typeface="Aptos"/>
              </a:defRPr>
            </a:pPr>
            <a:r>
              <a:t>FD = 3</a:t>
            </a:r>
            <a:br/>
            <a:r>
              <a:t>example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26280" y="1828800"/>
            <a:ext cx="320040" cy="256032"/>
          </a:xfrm>
          <a:prstGeom prst="rightArrow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92040" y="1508760"/>
            <a:ext cx="1783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2323"/>
                </a:solidFill>
                <a:latin typeface="Aptos"/>
              </a:defRPr>
            </a:pPr>
            <a:r>
              <a:t>read()/write()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720840" y="1828800"/>
            <a:ext cx="320040" cy="256032"/>
          </a:xfrm>
          <a:prstGeom prst="rightArrow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86600" y="1508760"/>
            <a:ext cx="1783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2323"/>
                </a:solidFill>
                <a:latin typeface="Aptos"/>
              </a:defRPr>
            </a:pPr>
            <a:r>
              <a:t>lseek()</a:t>
            </a:r>
            <a:br/>
            <a:r>
              <a:t>new position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915400" y="1828800"/>
            <a:ext cx="320040" cy="256032"/>
          </a:xfrm>
          <a:prstGeom prst="rightArrow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326880" y="1508760"/>
            <a:ext cx="1783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2323"/>
                </a:solidFill>
                <a:latin typeface="Aptos"/>
              </a:defRPr>
            </a:pPr>
            <a:r>
              <a:t>close()</a:t>
            </a:r>
            <a:br/>
            <a:r>
              <a:t>release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64008" cy="196596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127248"/>
            <a:ext cx="48280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WHAT IS SHARED?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The descriptor identifies the open file. Descriptors created by dup() refer to the same open file description and therefore share the current file offset.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1752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017520"/>
            <a:ext cx="64008" cy="196596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3127248"/>
            <a:ext cx="48280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WHY OFFSET MATTERS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After reading or writing, the current position changes. lseek() is used when the program needs to move to a particular position before the next I/O.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303520"/>
            <a:ext cx="10241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5303520"/>
            <a:ext cx="64008" cy="59436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24712" y="5413248"/>
            <a:ext cx="9857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STANDARD FDs</a:t>
            </a:r>
          </a:p>
          <a:p>
            <a:pPr>
              <a:spcBef>
                <a:spcPts val="300"/>
              </a:spcBef>
              <a:defRPr sz="1300">
                <a:solidFill>
                  <a:srgbClr val="232323"/>
                </a:solidFill>
                <a:latin typeface="Aptos"/>
              </a:defRPr>
            </a:pPr>
            <a:r>
              <a:t>0 = stdin   |   1 = stdout   |   2 = stderr   |   Opened files commonly receive 3 or another available FD.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11. File Open Modes &amp;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Why different flags are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64008" cy="114300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252728"/>
            <a:ext cx="49194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O_RDONLY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Open for reading only.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Used by the Read operation.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64008" cy="114300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1252728"/>
            <a:ext cx="49194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O_WRONLY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Open for writing only.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Used by Write / Append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64008" cy="114300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715768"/>
            <a:ext cx="49194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O_RDWR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Open for both reading and writing.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Used when both types of access are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0604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606040"/>
            <a:ext cx="64008" cy="114300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715768"/>
            <a:ext cx="49194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O_CREAT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Create the file if it does not already exist.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690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4069080"/>
            <a:ext cx="64008" cy="114300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4178808"/>
            <a:ext cx="49194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O_TRUNC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Clear existing contents when opening for writing.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690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069080"/>
            <a:ext cx="64008" cy="114300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4178808"/>
            <a:ext cx="49194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O_APPEND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Keep existing content and place new writes at the end.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12. System Calls — What, Why,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Know the purpose of every API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78992"/>
            <a:ext cx="5349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64008" cy="1024128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188719"/>
            <a:ext cx="496519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open()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Why: Starts file access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Result: Returns FD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078992"/>
            <a:ext cx="5349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80760" y="1078992"/>
            <a:ext cx="64008" cy="1024128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1188719"/>
            <a:ext cx="496519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read()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Why: Gets bytes from file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Result: Returns bytes 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13432"/>
            <a:ext cx="5349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313432"/>
            <a:ext cx="64008" cy="1024128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23160"/>
            <a:ext cx="496519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write()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Why: Stores bytes in file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Result: Returns bytes written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313432"/>
            <a:ext cx="5349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80760" y="2313432"/>
            <a:ext cx="64008" cy="1024128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1072" y="2423160"/>
            <a:ext cx="496519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close()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Why: Finishes FD use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Result: Releases descriptor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47872"/>
            <a:ext cx="5349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547872"/>
            <a:ext cx="64008" cy="1024128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657600"/>
            <a:ext cx="496519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lseek()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Why: Moves file position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Result: Returns new offset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547872"/>
            <a:ext cx="5349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3547872"/>
            <a:ext cx="64008" cy="1024128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3657600"/>
            <a:ext cx="496519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dup()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Why: Creates another FD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Result: Returns new FD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782312"/>
            <a:ext cx="5349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782312"/>
            <a:ext cx="64008" cy="1024128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892040"/>
            <a:ext cx="496519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stat()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Why: Reads metadata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Result: Fills stat structure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4782312"/>
            <a:ext cx="5349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80760" y="4782312"/>
            <a:ext cx="64008" cy="1024128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91072" y="4892040"/>
            <a:ext cx="496519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unlink()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Why: Removes file name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Result: Returns success/error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13.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How the C program is organized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64008" cy="182880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4873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MENU / MAIN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main() displays the menu, accepts the user's choice, and calls the appropriate function.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8872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188720"/>
            <a:ext cx="64008" cy="182880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298448"/>
            <a:ext cx="4873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DEDICATED FUNCTIONS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Each operation has its own function: create_file(), write_file(), read_file(), append_file(), seek_file(), duplicate_fd(), file_information(), delete_file().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8328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3383280"/>
            <a:ext cx="64008" cy="182880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493008"/>
            <a:ext cx="4873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ERROR HANDLING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The program checks return values from system calls. On failure, perror() displays the reason and the program avoids using an invalid descriptor.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8328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3383280"/>
            <a:ext cx="64008" cy="182880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3493008"/>
            <a:ext cx="4873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FILE PERMISSIONS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Files created with mode 0644 give the owner read/write access and group/others read access, subject to the process umask.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14. Testing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How we verify that the proposed system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64008" cy="425196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298448"/>
            <a:ext cx="4919472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TEST CASES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1. Create/open review.txt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2. Write initial text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3. Read the text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4. Append another line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5. Seek to a selected position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6. Duplicate the FD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7. Display file metadata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8. Delete the file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9. Exit the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64008" cy="425196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1298448"/>
            <a:ext cx="4919472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EXPECTED / OBSERVED RESULT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• File is created/opened successfully.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• Written data can be read back.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• Append keeps old data and adds new data at the end.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• lseek() changes the read/write position.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• dup() returns another descriptor for the same open file.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• stat() displays metadata.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• unlink() removes the file.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• Invalid operations produce error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5623560"/>
            <a:ext cx="10296144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5840" y="5623560"/>
            <a:ext cx="64008" cy="50292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16152" y="5733288"/>
            <a:ext cx="9674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rPr dirty="0"/>
              <a:t>SUCCESS CRITERION</a:t>
            </a:r>
          </a:p>
          <a:p>
            <a:pPr>
              <a:spcBef>
                <a:spcPts val="300"/>
              </a:spcBef>
              <a:defRPr sz="1300">
                <a:solidFill>
                  <a:srgbClr val="232323"/>
                </a:solidFill>
                <a:latin typeface="Aptos"/>
              </a:defRPr>
            </a:pPr>
            <a:r>
              <a:rPr dirty="0"/>
              <a:t>Every menu operation should either complete correctly or produce a clear error without crashing the program.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15. Tools, Headers &amp;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What we used and 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64008" cy="1874519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298448"/>
            <a:ext cx="4919472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SOFTWARE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Ubuntu Linux — development/execution environment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C — implementation language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GCC — compiler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Linux terminal — execution and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64008" cy="1874519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1298448"/>
            <a:ext cx="4919472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IMPORTANT HEADERS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&lt;fcntl.h&gt; → open() and flags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&lt;unistd.h&gt; → read(), write(), close(), lseek(), dup(), unlink()</a:t>
            </a:r>
          </a:p>
          <a:p>
            <a:pPr>
              <a:spcBef>
                <a:spcPts val="3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&lt;sys/stat.h&gt; → stat() and metadata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64008" cy="1874519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3584448"/>
            <a:ext cx="4919472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WHY LINUX?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The project specifically demonstrates Linux/POSIX system calls and the way a process interacts with kernel-managed file resources.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7472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3474720"/>
            <a:ext cx="64008" cy="1874519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3584448"/>
            <a:ext cx="4919472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COMPILATION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gcc file_manager.c -o file_manager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endParaRPr/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Run: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./file_manager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16. Important Viva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Short, direct answers for the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64008" cy="10789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161288"/>
            <a:ext cx="49651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What is a file descriptor?</a:t>
            </a:r>
          </a:p>
          <a:p>
            <a:pPr>
              <a:spcBef>
                <a:spcPts val="300"/>
              </a:spcBef>
              <a:defRPr sz="1300">
                <a:solidFill>
                  <a:srgbClr val="232323"/>
                </a:solidFill>
                <a:latin typeface="Aptos"/>
              </a:defRPr>
            </a:pPr>
            <a:r>
              <a:t>A small non-negative integer used by a process to identify an open file or I/O resource.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05156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80760" y="1051560"/>
            <a:ext cx="64008" cy="1078992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1161288"/>
            <a:ext cx="49651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Why are system calls used?</a:t>
            </a:r>
          </a:p>
          <a:p>
            <a:pPr>
              <a:spcBef>
                <a:spcPts val="300"/>
              </a:spcBef>
              <a:defRPr sz="1300">
                <a:solidFill>
                  <a:srgbClr val="232323"/>
                </a:solidFill>
                <a:latin typeface="Aptos"/>
              </a:defRPr>
            </a:pPr>
            <a:r>
              <a:t>They provide the interface between a user program and the Linux kernel.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3172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64008" cy="10789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41448"/>
            <a:ext cx="49651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Why open()?</a:t>
            </a:r>
          </a:p>
          <a:p>
            <a:pPr>
              <a:spcBef>
                <a:spcPts val="300"/>
              </a:spcBef>
              <a:defRPr sz="1300">
                <a:solidFill>
                  <a:srgbClr val="232323"/>
                </a:solidFill>
                <a:latin typeface="Aptos"/>
              </a:defRPr>
            </a:pPr>
            <a:r>
              <a:t>To open/create a file and obtain an FD.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33172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80760" y="2331720"/>
            <a:ext cx="64008" cy="1078992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1072" y="2441448"/>
            <a:ext cx="49651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Why append?</a:t>
            </a:r>
          </a:p>
          <a:p>
            <a:pPr>
              <a:spcBef>
                <a:spcPts val="300"/>
              </a:spcBef>
              <a:defRPr sz="1300">
                <a:solidFill>
                  <a:srgbClr val="232323"/>
                </a:solidFill>
                <a:latin typeface="Aptos"/>
              </a:defRPr>
            </a:pPr>
            <a:r>
              <a:t>To add new data at the end without removing existing content; we use O_APPEND.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11879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611879"/>
            <a:ext cx="64008" cy="10789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721607"/>
            <a:ext cx="49651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Why lseek()?</a:t>
            </a:r>
          </a:p>
          <a:p>
            <a:pPr>
              <a:spcBef>
                <a:spcPts val="300"/>
              </a:spcBef>
              <a:defRPr sz="1300">
                <a:solidFill>
                  <a:srgbClr val="232323"/>
                </a:solidFill>
                <a:latin typeface="Aptos"/>
              </a:defRPr>
            </a:pPr>
            <a:r>
              <a:t>To change the current file offset.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611879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3611879"/>
            <a:ext cx="64008" cy="1078992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3721607"/>
            <a:ext cx="49651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Why dup()?</a:t>
            </a:r>
          </a:p>
          <a:p>
            <a:pPr>
              <a:spcBef>
                <a:spcPts val="300"/>
              </a:spcBef>
              <a:defRPr sz="1300">
                <a:solidFill>
                  <a:srgbClr val="232323"/>
                </a:solidFill>
                <a:latin typeface="Aptos"/>
              </a:defRPr>
            </a:pPr>
            <a:r>
              <a:t>To create another FD referring to the same open file description.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17. Literature &amp; Problem-Statement Viva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Questions your faculty may 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64008" cy="10789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161288"/>
            <a:ext cx="49651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What did you study in the literature survey?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POSIX/UNIX I/O, file descriptors, low-level I/O operations, descriptor control, and filesystem metadata.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05156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80760" y="1051560"/>
            <a:ext cx="64008" cy="1078992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1161288"/>
            <a:ext cx="49651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What problem did you find?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The concepts can be learned separately without clearly seeing their complete relationship in one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3172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64008" cy="10789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41448"/>
            <a:ext cx="49651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What is your research gap?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Our educational gap is the lack of one simple interactive demonstration combining the selected concepts.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33172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80760" y="2331720"/>
            <a:ext cx="64008" cy="1078992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1072" y="2441448"/>
            <a:ext cx="49651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How did you define the problem statement?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Literature observation → identified learning difficulty → defined a practical integrated demonstration requirement.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11879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611879"/>
            <a:ext cx="64008" cy="10789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721607"/>
            <a:ext cx="49651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Are you saying Linux has no file-management tools?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No. Linux already provides them. Our project is an educational systems-programming demonstration.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611879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3611879"/>
            <a:ext cx="64008" cy="1078992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3721607"/>
            <a:ext cx="49651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What is the contribution of your project?</a:t>
            </a:r>
          </a:p>
          <a:p>
            <a:pPr>
              <a:spcBef>
                <a:spcPts val="300"/>
              </a:spcBef>
              <a:defRPr sz="1250">
                <a:solidFill>
                  <a:srgbClr val="232323"/>
                </a:solidFill>
                <a:latin typeface="Aptos"/>
              </a:defRPr>
            </a:pPr>
            <a:r>
              <a:t>It integrates the selected low-level calls into one menu-driven program that can be executed and observed.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BE0000"/>
                </a:solidFill>
                <a:latin typeface="Aptos Display"/>
              </a:defRPr>
            </a:pPr>
            <a:r>
              <a:t>18.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464"/>
                </a:solidFill>
                <a:latin typeface="Aptos"/>
              </a:defRPr>
            </a:pPr>
            <a:r>
              <a:t>Final message of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64008" cy="356616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298448"/>
            <a:ext cx="4919472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t>CONCLUSION</a:t>
            </a:r>
          </a:p>
          <a:p>
            <a:pPr>
              <a:spcBef>
                <a:spcPts val="3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The project successfully connects OS theory with practical Linux programming. It demonstrates how a process obtains and uses file descriptors, transfers data, controls the file offset, duplicates descriptors, reads metadata, and deletes files using system calls.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64008" cy="356616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1298448"/>
            <a:ext cx="4919472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0"/>
                </a:solidFill>
                <a:latin typeface="Aptos"/>
              </a:defRPr>
            </a:pPr>
            <a:r>
              <a:t>FUTURE SCOPE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GUI-based interface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Monitor open FDs using /proc/&lt;pid&gt;/fd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Better permission/validation features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File locking and concurrent access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Operation logging and performance measurement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• Multi-file descriptor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66360"/>
            <a:ext cx="10424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5840" y="5166360"/>
            <a:ext cx="64008" cy="73152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16152" y="5276088"/>
            <a:ext cx="9674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0000"/>
                </a:solidFill>
                <a:latin typeface="Aptos"/>
              </a:defRPr>
            </a:pPr>
            <a:r>
              <a:rPr dirty="0"/>
              <a:t>ONE-SENTENCE SUMMARY</a:t>
            </a:r>
          </a:p>
          <a:p>
            <a:pPr>
              <a:spcBef>
                <a:spcPts val="3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A practical Linux application that shows how user programs use file descriptors and system calls to interact with files through the kernel.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7395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ptos"/>
              </a:defRPr>
            </a:pPr>
            <a:r>
              <a:t>Linux File I/O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35E6-9185-AB3A-5CFA-EBC36682A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164" y="3066761"/>
            <a:ext cx="10515600" cy="1325563"/>
          </a:xfrm>
        </p:spPr>
        <p:txBody>
          <a:bodyPr/>
          <a:lstStyle/>
          <a:p>
            <a:r>
              <a:rPr lang="en-US" b="1" dirty="0"/>
              <a:t>                   </a:t>
            </a:r>
            <a:r>
              <a:rPr lang="en-US" sz="7200" b="1" dirty="0"/>
              <a:t>THANK YOU</a:t>
            </a:r>
            <a:endParaRPr lang="en-IN" sz="7200" b="1" dirty="0"/>
          </a:p>
        </p:txBody>
      </p:sp>
    </p:spTree>
    <p:extLst>
      <p:ext uri="{BB962C8B-B14F-4D97-AF65-F5344CB8AC3E}">
        <p14:creationId xmlns:p14="http://schemas.microsoft.com/office/powerpoint/2010/main" val="529356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2159</Words>
  <Application>Microsoft Office PowerPoint</Application>
  <PresentationFormat>Widescreen</PresentationFormat>
  <Paragraphs>282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tanya sri</cp:lastModifiedBy>
  <cp:revision>20</cp:revision>
  <dcterms:created xsi:type="dcterms:W3CDTF">2024-08-29T05:25:00Z</dcterms:created>
  <dcterms:modified xsi:type="dcterms:W3CDTF">2026-09-11T06:08:07Z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