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3.png"/><Relationship Id="rId16" Type="http://schemas.openxmlformats.org/officeDocument/2006/relationships/image" Target="../media/image-5-14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6833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Linux File Descriptor and File I/O Management System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367881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CampusHub – Academic File &amp; Collaboration Portal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3874393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Tanya Sri • Roll No: 2520030112 • Department: CSE   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63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Operating System &amp; File Management — Key Definitions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10084"/>
            <a:ext cx="1552933" cy="1941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2658" y="1310084"/>
            <a:ext cx="364401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Operating System — Definition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2658" y="1612007"/>
            <a:ext cx="3644015" cy="210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 Operating System is system software that manages computer hardware and software resources and provides services to application programs.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Mediates access to CPU, memory, storage and devices; enforces protection and resource sharing.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CampusHub use: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Linux kernel provides file, process and I/O services for the CampusHub C backend.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923" y="1310084"/>
            <a:ext cx="1553032" cy="19413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86205" y="1310084"/>
            <a:ext cx="364401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File Management — Definition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86205" y="1612007"/>
            <a:ext cx="3644015" cy="1671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File management is the process by which an OS stores, organizes, accesses, modifies and deletes files.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Ensures persistence, naming, metadata and permission control for files.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CampusHub use: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Stores assignments, submissions and shared notes using Linux filesystem semantics.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61475" y="389612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93666"/>
            <a:ext cx="361743" cy="36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1467" y="4093666"/>
            <a:ext cx="29974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 Management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1467" y="4395589"/>
            <a:ext cx="299742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Schedules CampusHub worker processes and handles request concurrency (fork/exec, threads).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7140" y="4093666"/>
            <a:ext cx="361743" cy="361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57132" y="4093666"/>
            <a:ext cx="29974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Memory Management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857132" y="4395589"/>
            <a:ext cx="299742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Allocates buffers for file I/O, caches pages for read/write performance.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2805" y="4093666"/>
            <a:ext cx="361743" cy="3617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532797" y="4093666"/>
            <a:ext cx="29974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File &amp; I/O Management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8532797" y="4395589"/>
            <a:ext cx="299742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Maps application requests to filesystem operations and file descriptors.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00067"/>
            <a:ext cx="361743" cy="3617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1467" y="5300067"/>
            <a:ext cx="29974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Device Management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181467" y="5601990"/>
            <a:ext cx="299742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Abstracts storage devices; CampusHub accesses files without device-specific code.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7140" y="5300067"/>
            <a:ext cx="361743" cy="36175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857132" y="5300067"/>
            <a:ext cx="299742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I/O Management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4857132" y="5601990"/>
            <a:ext cx="299742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Coordinates blocking/non-blocking I/O and buffering for fast, reliable transfers.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is a File Descriptor?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95338"/>
            <a:ext cx="10868745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 file descriptor is a non‑negative integer used by a Linux process to identify an open file or I/O resource.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Acts as a lightweight handle the kernel uses to route read/write operations to the correct file or device.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CampusHub use: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Each open assignment or submission corresponds to a file descriptor in the C backend while processing uploads/reads.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27392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Typical flow (viva-friendly):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780433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open() ↓ File Descriptor = 3 ↓ read() / write() ↓ close()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descriptors: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0 = stdin, 1 = stdout, 2 = stderr; 3+ = user files and sockets.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74374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Minimal C example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5250259"/>
            <a:ext cx="10868745" cy="859830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5415558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fd = open("assignment.txt", O_RDONLY);
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404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is a System Call &amp; File I/O?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86469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31499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Filesystem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555493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Linux Kernel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49035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Call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1434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571827"/>
            <a:ext cx="10868745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Call — Definition:</a:t>
            </a:r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 system call is a mechanism through which a user program requests a service from the OS kernel.</a:t>
            </a:r>
            <a:endParaRPr lang="en-US" sz="700" dirty="0"/>
          </a:p>
          <a:p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Provides controlled, privileged access to hardware and kernel-managed resources (files, devices, processes).</a:t>
            </a:r>
            <a:endParaRPr lang="en-US" sz="700" dirty="0"/>
          </a:p>
          <a:p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CampusHub use:</a:t>
            </a:r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The C backend issues system calls (open, read, write) to persist assignments and handle submissions.</a:t>
            </a:r>
            <a:endParaRPr lang="en-US" sz="700" dirty="0"/>
          </a:p>
          <a:p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I/O — Definition:</a:t>
            </a:r>
            <a:pPr algn="l" indent="0" marL="0">
              <a:lnSpc>
                <a:spcPct val="104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File I/O refers to operations used to read data from files and write data to files.</a:t>
            </a:r>
            <a:endParaRPr lang="en-US" sz="7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 for backend: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 provides direct, predictable bindings to Linux system calls, minimal overhead, and fine control over buffers and file descriptors — ideal for demonstrating OS-level I/O behavior in CampusHub.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174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Important File I/O System Calls — Definitions &amp; Usage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73857"/>
            <a:ext cx="3560872" cy="1632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67499" y="1266825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98195" y="1669951"/>
            <a:ext cx="32874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open()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8195" y="1919486"/>
            <a:ext cx="3287432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Opens or creates a file and returns a file descriptor.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CampusHub opens assignment and submission files (flags: O_RDONLY, O_WRONLY, O_CREAT).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312" y="1173857"/>
            <a:ext cx="3560971" cy="16326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21336" y="1266825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452032" y="1669951"/>
            <a:ext cx="32875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read()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52032" y="1919486"/>
            <a:ext cx="3287531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Reads data from an open file descriptor into a buffer.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Read assignment contents for display or grading workflows.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9249" y="1173857"/>
            <a:ext cx="3560872" cy="16326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5273" y="1266825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105969" y="1669951"/>
            <a:ext cx="32874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write()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05969" y="1919486"/>
            <a:ext cx="3287432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Writes data from a buffer to an open file descriptor.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Save student submissions and append shared notes.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899470"/>
            <a:ext cx="3560872" cy="16326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367499" y="2992438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98195" y="3395563"/>
            <a:ext cx="32874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close()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98195" y="3645098"/>
            <a:ext cx="3287432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Closes an open file descriptor, releasing kernel resources.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Ensure descriptors are closed after upload/serve to avoid leaks.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5312" y="2899470"/>
            <a:ext cx="3560971" cy="163264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21336" y="2992438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452032" y="3395563"/>
            <a:ext cx="32875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lseek()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452032" y="3645098"/>
            <a:ext cx="3287531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Changes the current file offset for subsequent reads/writes.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Implement resumable downloads or random access to large submissions.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9249" y="2899470"/>
            <a:ext cx="3560872" cy="163264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675273" y="2992438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8105969" y="3395563"/>
            <a:ext cx="32874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stat()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105969" y="3645098"/>
            <a:ext cx="3287432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Retrieves file metadata (size, permissions, timestamps).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Display file info in submission lists and enforce size/deadline checks.</a:t>
            </a:r>
            <a:endParaRPr lang="en-US" sz="9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625082"/>
            <a:ext cx="5387840" cy="163264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280983" y="4718050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798195" y="5121176"/>
            <a:ext cx="511440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unlink()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798195" y="5370711"/>
            <a:ext cx="5114400" cy="57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Removes a file name from the filesystem (deletes file when no descriptors remain).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Allow faculty to remove outdated assignments or revoke submissions.</a:t>
            </a:r>
            <a:endParaRPr lang="en-US" sz="9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42281" y="4625082"/>
            <a:ext cx="5387840" cy="163264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761789" y="4718050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6279001" y="5121176"/>
            <a:ext cx="511440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dup()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6279001" y="5370711"/>
            <a:ext cx="5114400" cy="7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Creates a duplicate file descriptor referring to the same open file description.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Usage: Redirect logging or temporarily duplicate descriptors for safe concurrent access.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84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CampusHub System — Definition &amp; Architecture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05918"/>
            <a:ext cx="10868745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CampusHub is an academic file and collaboration portal that demonstrates Linux file-management concepts through practical academic workflows.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Faculty / Student ↓ CampusHub Web Interface ↓ C Backend ↓ Linux System Calls ↓ File Descriptor ↓ Linux Filesystem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722489"/>
            <a:ext cx="10868745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Separate Faculty Portal — create, publish, manage assignments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Separate Student Portal — view, submit, replace submissions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Assignment Management — organized storage and metadata via stat()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 Submissions — file I/O for uploads, replaces, version tracking (future)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Shared Notes — append-only workflows and collaborative files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File I/O Monitoring — basic logging of open/read/write/close events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484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Faculty and Student Portals — Features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939627"/>
            <a:ext cx="5470785" cy="3292872"/>
          </a:xfrm>
          <a:prstGeom prst="roundRect">
            <a:avLst>
              <a:gd name="adj" fmla="val 753"/>
            </a:avLst>
          </a:prstGeom>
          <a:solidFill>
            <a:srgbClr val="1C9770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10492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Faculty Portal — Definition &amp; Purpose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528689"/>
            <a:ext cx="514019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Definition: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Web interface for instructors to manage course tasks.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Publish assignments and review submissions.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355578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assignments (files saved via open+write)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 descriptions and attach resources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deadlines and visibility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&amp; download student submissions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Manage/remove assignments (unlink())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10492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Student Portal — Definition &amp; Purpose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528689"/>
            <a:ext cx="5232666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Definition: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Web interface for students to access coursework and submit work.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Submit assignments and access shared materials.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620195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assignments (open+read)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Submit assignments (open+write, O_CREAT)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Replace submissions using O_TRUNC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Check submission status and metadata (stat())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shared notes (O_APPEND)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8893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File I/O Workflows in CampusHub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4338"/>
            <a:ext cx="571585" cy="7144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1310" y="1214338"/>
            <a:ext cx="18686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Assignment Creation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91310" y="1516261"/>
            <a:ext cx="1868639" cy="253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open(path, O_WRONLY|O_CREAT) → write(fd, data, n) → close(fd)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Create and persist assignment file on disk.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CampusHub: Faculty uploads problem statements and resource files using this flow.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99" y="1214338"/>
            <a:ext cx="571585" cy="7144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48034" y="1214338"/>
            <a:ext cx="18686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View Assignment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148034" y="1516261"/>
            <a:ext cx="1868639" cy="210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open(path, O_RDONLY) → read(fd, buf, n) → close(fd)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Read file contents for display to users.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CampusHub: Students and faculty preview assignments and resources.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923" y="1214338"/>
            <a:ext cx="571585" cy="7144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04758" y="1214338"/>
            <a:ext cx="18686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Student Submission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904758" y="1516261"/>
            <a:ext cx="1868639" cy="137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open(path, O_WRONLY|O_CREAT) → write() → close()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Persist submitted files reliably to storage.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647" y="1214338"/>
            <a:ext cx="571684" cy="7145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61581" y="1214338"/>
            <a:ext cx="18686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Replace Submission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661581" y="1516261"/>
            <a:ext cx="1868639" cy="137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open(path, O_WRONLY|O_TRUNC) → write() → close()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Truncate existing file then write new content.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309269"/>
            <a:ext cx="571585" cy="7144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91310" y="4309269"/>
            <a:ext cx="186863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Shared Notes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391310" y="4611191"/>
            <a:ext cx="1868639" cy="137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open(path, O_WRONLY|O_APPEND) → write() → close()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Definition: Append new contributions without altering previous content.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61475" y="6132016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These practical workflows map user actions directly to Linux file operations implemented in the CampusHub C backend.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772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OS Concept Mapping — Feature to System Call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53827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423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CampusHub Feature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Linux Concept / Syscall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Create Assignment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open() + write()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 Assignment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open() + read()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Submit Assignment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open() + write()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Replace Submission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open(O_TRUNC) + write()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Shared Notes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open(O_APPEND) + write()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 Information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Delete File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unlink()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 Position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lseek()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3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Descriptor Duplication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592345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6150868"/>
            <a:ext cx="1147833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Action flow (concise): User Action ↓ C Backend ↓ File Descriptor ↓ Linux System Call ↓ Filesystem — a clear chain to explain at viva.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1572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17017"/>
            <a:ext cx="1086874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CampusHub demonstrates how OS concepts map to a real application: Linux manages file resources, system calls provide kernel services, file descriptors identify open files, and the C backend ties user actions to filesystem behavior.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841103"/>
            <a:ext cx="108687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points to emphasize in viva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2257028"/>
            <a:ext cx="10868745" cy="1001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Linux manages file resources and grants safe access via system calls.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File descriptors are essential handles for I/O operations.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 exposes direct, low-overhead access to kernel file I/O — ideal for this project.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CampusHub implements real workflows (create, view, submit, replace, append) to illustrate concepts.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3448050"/>
            <a:ext cx="108687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3863975"/>
            <a:ext cx="10868745" cy="152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File version history and immutable snapshots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Advanced access control &amp; per-file ACLs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File locking (fcntl/flock) for concurrent edits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Database integration for metadata indexing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collaboration and conflict resolution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Advanced I/O monitoring and audit logs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557768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56682" y="6129338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2026-09-29T03:16:30Z</dcterms:created>
  <dcterms:modified xsi:type="dcterms:W3CDTF">2026-09-29T03:16:30Z</dcterms:modified>
</cp:coreProperties>
</file>